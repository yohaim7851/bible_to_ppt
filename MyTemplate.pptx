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450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074A9-E41E-A36C-F466-F22ABDF1F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346" y="202407"/>
            <a:ext cx="10927308" cy="998596"/>
          </a:xfrm>
        </p:spPr>
        <p:txBody>
          <a:bodyPr anchor="b"/>
          <a:lstStyle>
            <a:lvl1pPr algn="ctr">
              <a:lnSpc>
                <a:spcPct val="100000"/>
              </a:lnSpc>
              <a:defRPr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F39BF3-378E-E031-C98B-20CFEB08A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346" y="1683485"/>
            <a:ext cx="10927308" cy="503798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1"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0BAFEE-3398-0875-1068-8C5D1B09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183883-51D1-74E2-667A-3D7F73145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FA4C50-2FBD-8FD0-2CA6-4E4506A9B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80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DAB25-5B71-135B-F62D-AEB58D6B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E4AC77-76C3-F9F4-4E32-571D275F4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CABD73-3637-4DED-91A3-B9F5EB4FE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47B661-53C5-38EC-FD0A-E0A7EE9E9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9248D4-B933-DE33-5378-027FF3FB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15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00A9B-4D2B-2C2C-599C-64174DDA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8C4D50-26AA-8A80-8DA1-CBB7D9BD0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ED078-3BD9-9136-3C7C-A06098E66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9D0E1E-ACE3-8AB9-1CA3-AF418728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C2837E-1872-85F0-CD6B-C9268FF9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94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31AD3-CB6B-E601-97A1-B7EB9620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6F22C9-A968-562A-EE20-B92FFCDA8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237400-A677-0C4D-56BC-C51D4C6D0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A4BBA-CC3F-6521-E3BD-31E1AF32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9C3C48-FE91-FD60-C5BA-AA67E3BF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3B4999-C2D0-8DEC-76B3-3B579107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25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1548D-80F9-564E-0CD2-E221500D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8F2828-6EDB-951F-B9B4-B72492C0D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C3C473-6DE9-5B35-707B-6264355BB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5A2A77-A0F8-39DB-0A95-0C879132C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F12BBD-1667-0B0C-CABB-87537E90A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D2E0CC-091A-6006-9C95-C8844B1D5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B0DCB4-C79A-4609-65A3-DCD36A644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FB137D-C880-27B5-99BD-EE1FF61A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45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ADC5D-2E15-CCB5-9836-D668ABF1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DABA3B-A531-EFE4-AE95-F8EA37205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2D69AD-D263-4692-2AF5-DA0EA6C2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99C23C-1279-FE99-9DA7-53F684BD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48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06A4C4-EC13-4C2C-ED3A-380A92FDF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663BCB-9D72-FB9F-6AA1-CB896E37C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208A05-E94B-9688-9E79-0A976A4F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02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9CEB8-A848-0E27-BD4E-36302BF5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79880F-BF50-2F03-5537-74DEAA6F8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BE9482-BA72-BAED-C768-9877A6499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E16069-5821-783A-32D7-67A34BC4B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A2C0F8-5EED-736E-9932-D6F2D905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FCA3F2-2F36-AC31-931F-9AD9BBFD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15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79B76-D82A-3EC4-7718-F7A144EB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AAE5AE-8F01-5E9B-4804-9349E3FE44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CF663A-14CA-BEF3-A192-829A04F6E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3A8D54-C0FF-2D45-E459-91F33933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5791C9-ECC3-4D70-3CBC-ED4B5038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5CD872-19F5-7BC4-0BF1-44EA2D16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14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A2745-9729-E97A-5726-23390EC8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90AF89-45A4-757D-17CF-B7A99B396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C39339-CD68-7B28-576B-6FBCB5233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BAD23-13B2-07A3-C2B1-20E87EAC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22516D-C107-ADF6-F672-463538B8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421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4EC52D-F99C-8743-556C-64C99B278E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912CC7-D445-A4C8-8199-43CBD5430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8BBD57-B1D6-8BA3-ECDD-14920C19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0602D5-4A52-AFBE-9392-39AF9013A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DD197F-8DED-31AD-E97A-D6513530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4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D256FFD-6FC0-EC48-6DB5-7F123634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B2F23B-37A0-B39A-3421-11D674C48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EDA98E-3D8F-3708-5135-BF5E8C831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37A8E6-185F-2918-6943-B1FE98747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7895BD-54FE-75F3-5601-1BB78C009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505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0</Words>
  <Application>Microsoft Office PowerPoint</Application>
  <PresentationFormat>와이드스크린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4" baseType="lpstr">
      <vt:lpstr>HY견고딕</vt:lpstr>
      <vt:lpstr>맑은 고딕</vt:lpstr>
      <vt:lpstr>Arial</vt:lpstr>
      <vt:lpstr>디자인 사용자 지정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t510</cp:lastModifiedBy>
  <cp:revision>26</cp:revision>
  <dcterms:created xsi:type="dcterms:W3CDTF">2013-01-27T09:14:16Z</dcterms:created>
  <dcterms:modified xsi:type="dcterms:W3CDTF">2025-12-14T02:30:41Z</dcterms:modified>
  <cp:category/>
</cp:coreProperties>
</file>